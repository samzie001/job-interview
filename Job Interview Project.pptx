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CF3BA9-3286-426A-A907-3BA4EAA053BF}" v="509" dt="2022-06-14T11:17:31.9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JOB INTERVIEW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CHECKPOINT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5DAA4-2D13-234A-A42D-7CA5BD52D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Question 1</a:t>
            </a:r>
            <a:r>
              <a:rPr lang="en-US" dirty="0">
                <a:ea typeface="+mj-lt"/>
                <a:cs typeface="+mj-lt"/>
              </a:rPr>
              <a:t>: Introduce yourself.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3CE3B-5E78-08A1-1E0E-AF88BC67F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Calibri"/>
              </a:rPr>
              <a:t>My name is Samuel and I am 19 years old. Over the past years, I’ve been working as an intern as a junior developer at Company X and Y.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cs typeface="Calibri"/>
              </a:rPr>
              <a:t>I have some background in web development, with a degree in Computer Science from Babcock University.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cs typeface="Calibri"/>
              </a:rPr>
              <a:t>Moving forward, I hope to expand my experience across different industries. Particularly &lt;this company&gt;, which is why I’m interested in your company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5665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F46A0-7A29-7226-8441-A37E7C1EA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ea typeface="+mj-lt"/>
                <a:cs typeface="+mj-lt"/>
              </a:rPr>
              <a:t>Question 2</a:t>
            </a:r>
            <a:r>
              <a:rPr lang="en-US" dirty="0">
                <a:ea typeface="+mj-lt"/>
                <a:cs typeface="+mj-lt"/>
              </a:rPr>
              <a:t>: Name three reasons that you should be recruited instead of another candidate.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6C37A-417F-C4F2-9893-0B138DB22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Honestly, I possess all the skills and experience that you're looking for. I'm pretty confident that I am the best candidate for this job role. It's not just my background in the past projects, but also my technical skills, which will be applicable in this position.</a:t>
            </a:r>
            <a:endParaRPr lang="en-US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26578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DB7F6-7136-2152-E4F0-8E4D30B7B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Question 3</a:t>
            </a:r>
            <a:r>
              <a:rPr lang="en-US" dirty="0">
                <a:ea typeface="+mj-lt"/>
                <a:cs typeface="+mj-lt"/>
              </a:rPr>
              <a:t>: Are you responsible?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663C2-26D9-C1DF-364E-AAE630F4D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Once I am familiar with the role, I am comfortable handling tasks and projects on my own. My previous role in Company X helped me balance working independently and collaborating with a team to ensure we completed all daily tasks.</a:t>
            </a: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9030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2B948-B2C0-9AC0-3BD6-581FA6E26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Question 4:</a:t>
            </a:r>
            <a:r>
              <a:rPr lang="en-US" dirty="0">
                <a:ea typeface="+mj-lt"/>
                <a:cs typeface="+mj-lt"/>
              </a:rPr>
              <a:t> Tell me about your academic training.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D6D04-843C-677E-76D9-C10DB0F57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I majored in computer science, so several of my courses directly prepared me for the role of a senior developer. Each course in my major required extensive research and technicality in work.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Specifically, my final course was a project in which I had to prepare create a project tracker for the institution.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This course gave me the real-world experience I needed to know how to work with teams and how to approach different problems.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7775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B1418-43AB-FD29-3B11-3737BD91D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Question 5:</a:t>
            </a:r>
            <a:r>
              <a:rPr lang="en-US">
                <a:ea typeface="+mj-lt"/>
                <a:cs typeface="+mj-lt"/>
              </a:rPr>
              <a:t> Name three of your flaws.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3BB5A-4475-E201-30A0-DC686951A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 I sometimes lack confidence</a:t>
            </a:r>
            <a:endParaRPr lang="en-US" sz="3600" dirty="0">
              <a:cs typeface="Calibri"/>
            </a:endParaRPr>
          </a:p>
          <a:p>
            <a:r>
              <a:rPr lang="en-US" sz="3600" dirty="0"/>
              <a:t>I have trouble saying “no”</a:t>
            </a:r>
            <a:endParaRPr lang="en-US" sz="3600" dirty="0">
              <a:cs typeface="Calibri"/>
            </a:endParaRPr>
          </a:p>
          <a:p>
            <a:r>
              <a:rPr lang="en-US" sz="3600" dirty="0"/>
              <a:t>I focus too much on the details</a:t>
            </a:r>
            <a:endParaRPr lang="en-US" sz="3600" dirty="0">
              <a:cs typeface="Calibri"/>
            </a:endParaRPr>
          </a:p>
          <a:p>
            <a:endParaRPr lang="en-US" sz="36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51829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JOB INTERVIEW</vt:lpstr>
      <vt:lpstr>Question 1: Introduce yourself.</vt:lpstr>
      <vt:lpstr>Question 2: Name three reasons that you should be recruited instead of another candidate.</vt:lpstr>
      <vt:lpstr>Question 3: Are you responsible?</vt:lpstr>
      <vt:lpstr>Question 4: Tell me about your academic training.</vt:lpstr>
      <vt:lpstr>Question 5: Name three of your flaws.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100</cp:revision>
  <dcterms:created xsi:type="dcterms:W3CDTF">2022-06-14T09:24:29Z</dcterms:created>
  <dcterms:modified xsi:type="dcterms:W3CDTF">2022-06-14T11:17:42Z</dcterms:modified>
</cp:coreProperties>
</file>